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535" r:id="rId2"/>
  </p:sldMasterIdLst>
  <p:notesMasterIdLst>
    <p:notesMasterId r:id="rId5"/>
  </p:notesMasterIdLst>
  <p:sldIdLst>
    <p:sldId id="2134805172" r:id="rId3"/>
    <p:sldId id="2134804846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58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D665E-D8F9-42FE-99B3-8C38AB910405}" v="70" dt="2026-02-24T19:38:57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27" autoAdjust="0"/>
  </p:normalViewPr>
  <p:slideViewPr>
    <p:cSldViewPr snapToGrid="0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na Garrido, Gabriel E." userId="698de3be-aa15-44f6-a5ec-18054917b167" providerId="ADAL" clId="{3A687126-D0D3-436A-94B4-4A5E7A1BA63D}"/>
    <pc:docChg chg="undo custSel addSld modSld">
      <pc:chgData name="Magna Garrido, Gabriel E." userId="698de3be-aa15-44f6-a5ec-18054917b167" providerId="ADAL" clId="{3A687126-D0D3-436A-94B4-4A5E7A1BA63D}" dt="2026-02-24T20:41:56.818" v="626" actId="20577"/>
      <pc:docMkLst>
        <pc:docMk/>
      </pc:docMkLst>
      <pc:sldChg chg="addSp delSp modSp add mod">
        <pc:chgData name="Magna Garrido, Gabriel E." userId="698de3be-aa15-44f6-a5ec-18054917b167" providerId="ADAL" clId="{3A687126-D0D3-436A-94B4-4A5E7A1BA63D}" dt="2026-02-24T20:41:56.818" v="626" actId="20577"/>
        <pc:sldMkLst>
          <pc:docMk/>
          <pc:sldMk cId="1782639469" sldId="2134804846"/>
        </pc:sldMkLst>
        <pc:spChg chg="del">
          <ac:chgData name="Magna Garrido, Gabriel E." userId="698de3be-aa15-44f6-a5ec-18054917b167" providerId="ADAL" clId="{3A687126-D0D3-436A-94B4-4A5E7A1BA63D}" dt="2026-02-24T14:14:30.683" v="27" actId="478"/>
          <ac:spMkLst>
            <pc:docMk/>
            <pc:sldMk cId="1782639469" sldId="2134804846"/>
            <ac:spMk id="2" creationId="{9E1F13BA-6FE3-1580-94A8-E5CDE16BEB07}"/>
          </ac:spMkLst>
        </pc:spChg>
        <pc:spChg chg="mod">
          <ac:chgData name="Magna Garrido, Gabriel E." userId="698de3be-aa15-44f6-a5ec-18054917b167" providerId="ADAL" clId="{3A687126-D0D3-436A-94B4-4A5E7A1BA63D}" dt="2026-02-24T19:37:09.397" v="551" actId="207"/>
          <ac:spMkLst>
            <pc:docMk/>
            <pc:sldMk cId="1782639469" sldId="2134804846"/>
            <ac:spMk id="5" creationId="{86F3D931-67BE-4C52-C053-3F09312E8EF7}"/>
          </ac:spMkLst>
        </pc:spChg>
        <pc:spChg chg="mod">
          <ac:chgData name="Magna Garrido, Gabriel E." userId="698de3be-aa15-44f6-a5ec-18054917b167" providerId="ADAL" clId="{3A687126-D0D3-436A-94B4-4A5E7A1BA63D}" dt="2026-02-24T19:31:35.652" v="536" actId="207"/>
          <ac:spMkLst>
            <pc:docMk/>
            <pc:sldMk cId="1782639469" sldId="2134804846"/>
            <ac:spMk id="6" creationId="{74367343-828D-6BAF-78CF-3C868E4B3A93}"/>
          </ac:spMkLst>
        </pc:spChg>
        <pc:spChg chg="mod">
          <ac:chgData name="Magna Garrido, Gabriel E." userId="698de3be-aa15-44f6-a5ec-18054917b167" providerId="ADAL" clId="{3A687126-D0D3-436A-94B4-4A5E7A1BA63D}" dt="2026-02-24T15:11:25.417" v="511" actId="207"/>
          <ac:spMkLst>
            <pc:docMk/>
            <pc:sldMk cId="1782639469" sldId="2134804846"/>
            <ac:spMk id="7" creationId="{1F2B9816-01E6-0098-EA75-E7C3C4C095DD}"/>
          </ac:spMkLst>
        </pc:spChg>
        <pc:spChg chg="mod">
          <ac:chgData name="Magna Garrido, Gabriel E." userId="698de3be-aa15-44f6-a5ec-18054917b167" providerId="ADAL" clId="{3A687126-D0D3-436A-94B4-4A5E7A1BA63D}" dt="2026-02-24T19:45:23.028" v="623" actId="20577"/>
          <ac:spMkLst>
            <pc:docMk/>
            <pc:sldMk cId="1782639469" sldId="2134804846"/>
            <ac:spMk id="8" creationId="{ED799A23-0C38-3860-AD87-F4680881AF1B}"/>
          </ac:spMkLst>
        </pc:spChg>
        <pc:spChg chg="mod">
          <ac:chgData name="Magna Garrido, Gabriel E." userId="698de3be-aa15-44f6-a5ec-18054917b167" providerId="ADAL" clId="{3A687126-D0D3-436A-94B4-4A5E7A1BA63D}" dt="2026-02-24T14:51:51.929" v="464" actId="122"/>
          <ac:spMkLst>
            <pc:docMk/>
            <pc:sldMk cId="1782639469" sldId="2134804846"/>
            <ac:spMk id="10" creationId="{49317029-7305-D94B-25D4-591A508E27D4}"/>
          </ac:spMkLst>
        </pc:spChg>
        <pc:spChg chg="mod">
          <ac:chgData name="Magna Garrido, Gabriel E." userId="698de3be-aa15-44f6-a5ec-18054917b167" providerId="ADAL" clId="{3A687126-D0D3-436A-94B4-4A5E7A1BA63D}" dt="2026-02-24T19:36:54.132" v="547" actId="207"/>
          <ac:spMkLst>
            <pc:docMk/>
            <pc:sldMk cId="1782639469" sldId="2134804846"/>
            <ac:spMk id="14" creationId="{8DDD4FE1-E761-C402-B521-0C1E2B7DB5A1}"/>
          </ac:spMkLst>
        </pc:spChg>
        <pc:spChg chg="mod">
          <ac:chgData name="Magna Garrido, Gabriel E." userId="698de3be-aa15-44f6-a5ec-18054917b167" providerId="ADAL" clId="{3A687126-D0D3-436A-94B4-4A5E7A1BA63D}" dt="2026-02-24T15:11:27.797" v="512" actId="207"/>
          <ac:spMkLst>
            <pc:docMk/>
            <pc:sldMk cId="1782639469" sldId="2134804846"/>
            <ac:spMk id="15" creationId="{A25AFB97-F0AD-51A3-CC8C-43CF170340BD}"/>
          </ac:spMkLst>
        </pc:spChg>
        <pc:spChg chg="mod">
          <ac:chgData name="Magna Garrido, Gabriel E." userId="698de3be-aa15-44f6-a5ec-18054917b167" providerId="ADAL" clId="{3A687126-D0D3-436A-94B4-4A5E7A1BA63D}" dt="2026-02-24T19:37:03.122" v="549" actId="207"/>
          <ac:spMkLst>
            <pc:docMk/>
            <pc:sldMk cId="1782639469" sldId="2134804846"/>
            <ac:spMk id="16" creationId="{96E75E8E-F2B0-83D4-5EE8-AD02DE7FA393}"/>
          </ac:spMkLst>
        </pc:spChg>
        <pc:spChg chg="mod">
          <ac:chgData name="Magna Garrido, Gabriel E." userId="698de3be-aa15-44f6-a5ec-18054917b167" providerId="ADAL" clId="{3A687126-D0D3-436A-94B4-4A5E7A1BA63D}" dt="2026-02-24T15:11:30.505" v="513" actId="207"/>
          <ac:spMkLst>
            <pc:docMk/>
            <pc:sldMk cId="1782639469" sldId="2134804846"/>
            <ac:spMk id="17" creationId="{FA9C368C-3D61-83F7-0396-88F78BE26749}"/>
          </ac:spMkLst>
        </pc:spChg>
        <pc:spChg chg="mod">
          <ac:chgData name="Magna Garrido, Gabriel E." userId="698de3be-aa15-44f6-a5ec-18054917b167" providerId="ADAL" clId="{3A687126-D0D3-436A-94B4-4A5E7A1BA63D}" dt="2026-02-24T19:37:05.721" v="550" actId="207"/>
          <ac:spMkLst>
            <pc:docMk/>
            <pc:sldMk cId="1782639469" sldId="2134804846"/>
            <ac:spMk id="18" creationId="{1BDBBE44-131D-CEDB-8FC1-FB9D823583AA}"/>
          </ac:spMkLst>
        </pc:spChg>
        <pc:spChg chg="mod">
          <ac:chgData name="Magna Garrido, Gabriel E." userId="698de3be-aa15-44f6-a5ec-18054917b167" providerId="ADAL" clId="{3A687126-D0D3-436A-94B4-4A5E7A1BA63D}" dt="2026-02-24T19:37:12.010" v="552" actId="207"/>
          <ac:spMkLst>
            <pc:docMk/>
            <pc:sldMk cId="1782639469" sldId="2134804846"/>
            <ac:spMk id="20" creationId="{5EC613B4-FB9F-AEE0-5C0E-C03D1DD7FBA4}"/>
          </ac:spMkLst>
        </pc:spChg>
        <pc:spChg chg="mod">
          <ac:chgData name="Magna Garrido, Gabriel E." userId="698de3be-aa15-44f6-a5ec-18054917b167" providerId="ADAL" clId="{3A687126-D0D3-436A-94B4-4A5E7A1BA63D}" dt="2026-02-24T19:33:11.724" v="541" actId="208"/>
          <ac:spMkLst>
            <pc:docMk/>
            <pc:sldMk cId="1782639469" sldId="2134804846"/>
            <ac:spMk id="21" creationId="{BE74A65B-B462-6C24-3A39-95F04AAD9F35}"/>
          </ac:spMkLst>
        </pc:spChg>
        <pc:spChg chg="mod">
          <ac:chgData name="Magna Garrido, Gabriel E." userId="698de3be-aa15-44f6-a5ec-18054917b167" providerId="ADAL" clId="{3A687126-D0D3-436A-94B4-4A5E7A1BA63D}" dt="2026-02-24T20:41:56.818" v="626" actId="20577"/>
          <ac:spMkLst>
            <pc:docMk/>
            <pc:sldMk cId="1782639469" sldId="2134804846"/>
            <ac:spMk id="22" creationId="{FFA851A7-AFE0-B377-9BC2-FC65F331CBB4}"/>
          </ac:spMkLst>
        </pc:spChg>
        <pc:spChg chg="mod ord">
          <ac:chgData name="Magna Garrido, Gabriel E." userId="698de3be-aa15-44f6-a5ec-18054917b167" providerId="ADAL" clId="{3A687126-D0D3-436A-94B4-4A5E7A1BA63D}" dt="2026-02-24T19:44:46.268" v="613" actId="20577"/>
          <ac:spMkLst>
            <pc:docMk/>
            <pc:sldMk cId="1782639469" sldId="2134804846"/>
            <ac:spMk id="23" creationId="{99918F65-22B3-8126-787B-452B1D6ABAA3}"/>
          </ac:spMkLst>
        </pc:spChg>
        <pc:spChg chg="del">
          <ac:chgData name="Magna Garrido, Gabriel E." userId="698de3be-aa15-44f6-a5ec-18054917b167" providerId="ADAL" clId="{3A687126-D0D3-436A-94B4-4A5E7A1BA63D}" dt="2026-02-24T14:30:10.998" v="426" actId="478"/>
          <ac:spMkLst>
            <pc:docMk/>
            <pc:sldMk cId="1782639469" sldId="2134804846"/>
            <ac:spMk id="24" creationId="{FD69FE80-A300-0486-0B46-E84BA72670D2}"/>
          </ac:spMkLst>
        </pc:spChg>
        <pc:spChg chg="mod">
          <ac:chgData name="Magna Garrido, Gabriel E." userId="698de3be-aa15-44f6-a5ec-18054917b167" providerId="ADAL" clId="{3A687126-D0D3-436A-94B4-4A5E7A1BA63D}" dt="2026-02-24T14:51:31.864" v="461" actId="1076"/>
          <ac:spMkLst>
            <pc:docMk/>
            <pc:sldMk cId="1782639469" sldId="2134804846"/>
            <ac:spMk id="109" creationId="{B3225A10-B013-4CBC-B2B8-89965DDC5BEE}"/>
          </ac:spMkLst>
        </pc:spChg>
        <pc:spChg chg="mod">
          <ac:chgData name="Magna Garrido, Gabriel E." userId="698de3be-aa15-44f6-a5ec-18054917b167" providerId="ADAL" clId="{3A687126-D0D3-436A-94B4-4A5E7A1BA63D}" dt="2026-02-24T15:11:08.845" v="509" actId="207"/>
          <ac:spMkLst>
            <pc:docMk/>
            <pc:sldMk cId="1782639469" sldId="2134804846"/>
            <ac:spMk id="133" creationId="{CA44ED6D-2103-4A17-B077-1818FB096A21}"/>
          </ac:spMkLst>
        </pc:spChg>
        <pc:spChg chg="mod">
          <ac:chgData name="Magna Garrido, Gabriel E." userId="698de3be-aa15-44f6-a5ec-18054917b167" providerId="ADAL" clId="{3A687126-D0D3-436A-94B4-4A5E7A1BA63D}" dt="2026-02-24T19:37:17.995" v="554" actId="207"/>
          <ac:spMkLst>
            <pc:docMk/>
            <pc:sldMk cId="1782639469" sldId="2134804846"/>
            <ac:spMk id="136" creationId="{04B59D65-AB85-44CE-911B-C4F51D1C0139}"/>
          </ac:spMkLst>
        </pc:spChg>
        <pc:graphicFrameChg chg="del">
          <ac:chgData name="Magna Garrido, Gabriel E." userId="698de3be-aa15-44f6-a5ec-18054917b167" providerId="ADAL" clId="{3A687126-D0D3-436A-94B4-4A5E7A1BA63D}" dt="2026-02-24T19:31:47.634" v="538" actId="478"/>
          <ac:graphicFrameMkLst>
            <pc:docMk/>
            <pc:sldMk cId="1782639469" sldId="2134804846"/>
            <ac:graphicFrameMk id="4" creationId="{E1B4E684-04CF-F960-1828-BCA516C339D5}"/>
          </ac:graphicFrameMkLst>
        </pc:graphicFrameChg>
        <pc:picChg chg="del">
          <ac:chgData name="Magna Garrido, Gabriel E." userId="698de3be-aa15-44f6-a5ec-18054917b167" providerId="ADAL" clId="{3A687126-D0D3-436A-94B4-4A5E7A1BA63D}" dt="2026-02-24T14:15:57.640" v="173" actId="478"/>
          <ac:picMkLst>
            <pc:docMk/>
            <pc:sldMk cId="1782639469" sldId="2134804846"/>
            <ac:picMk id="11" creationId="{ECF25035-B73A-CAF0-79B5-25773B16C9DE}"/>
          </ac:picMkLst>
        </pc:picChg>
        <pc:picChg chg="add mod">
          <ac:chgData name="Magna Garrido, Gabriel E." userId="698de3be-aa15-44f6-a5ec-18054917b167" providerId="ADAL" clId="{3A687126-D0D3-436A-94B4-4A5E7A1BA63D}" dt="2026-02-24T14:53:30.993" v="470" actId="1076"/>
          <ac:picMkLst>
            <pc:docMk/>
            <pc:sldMk cId="1782639469" sldId="2134804846"/>
            <ac:picMk id="1025" creationId="{1EB37840-2588-93CB-E6A0-CEC766063CAE}"/>
          </ac:picMkLst>
        </pc:picChg>
        <pc:picChg chg="del">
          <ac:chgData name="Magna Garrido, Gabriel E." userId="698de3be-aa15-44f6-a5ec-18054917b167" providerId="ADAL" clId="{3A687126-D0D3-436A-94B4-4A5E7A1BA63D}" dt="2026-02-24T14:15:58.829" v="174" actId="478"/>
          <ac:picMkLst>
            <pc:docMk/>
            <pc:sldMk cId="1782639469" sldId="2134804846"/>
            <ac:picMk id="1028" creationId="{6FB85B63-D502-6551-1F68-88CE919994B6}"/>
          </ac:picMkLst>
        </pc:picChg>
        <pc:picChg chg="del">
          <ac:chgData name="Magna Garrido, Gabriel E." userId="698de3be-aa15-44f6-a5ec-18054917b167" providerId="ADAL" clId="{3A687126-D0D3-436A-94B4-4A5E7A1BA63D}" dt="2026-02-24T14:15:59.480" v="175" actId="478"/>
          <ac:picMkLst>
            <pc:docMk/>
            <pc:sldMk cId="1782639469" sldId="2134804846"/>
            <ac:picMk id="1029" creationId="{6978272E-BDDF-9A7C-983B-ACB7E04C989A}"/>
          </ac:picMkLst>
        </pc:picChg>
      </pc:sldChg>
      <pc:sldChg chg="addSp delSp modSp add mod">
        <pc:chgData name="Magna Garrido, Gabriel E." userId="698de3be-aa15-44f6-a5ec-18054917b167" providerId="ADAL" clId="{3A687126-D0D3-436A-94B4-4A5E7A1BA63D}" dt="2026-02-24T20:40:33.635" v="625" actId="20577"/>
        <pc:sldMkLst>
          <pc:docMk/>
          <pc:sldMk cId="1965808565" sldId="2134805172"/>
        </pc:sldMkLst>
        <pc:spChg chg="del">
          <ac:chgData name="Magna Garrido, Gabriel E." userId="698de3be-aa15-44f6-a5ec-18054917b167" providerId="ADAL" clId="{3A687126-D0D3-436A-94B4-4A5E7A1BA63D}" dt="2026-02-24T15:06:35.028" v="494" actId="478"/>
          <ac:spMkLst>
            <pc:docMk/>
            <pc:sldMk cId="1965808565" sldId="2134805172"/>
            <ac:spMk id="2" creationId="{2CB70E24-A807-BC34-1CBE-CD1066CF6C73}"/>
          </ac:spMkLst>
        </pc:spChg>
        <pc:spChg chg="add del mod">
          <ac:chgData name="Magna Garrido, Gabriel E." userId="698de3be-aa15-44f6-a5ec-18054917b167" providerId="ADAL" clId="{3A687126-D0D3-436A-94B4-4A5E7A1BA63D}" dt="2026-02-24T19:40:56.781" v="612" actId="478"/>
          <ac:spMkLst>
            <pc:docMk/>
            <pc:sldMk cId="1965808565" sldId="2134805172"/>
            <ac:spMk id="2" creationId="{7E00436C-A87F-D26C-1CF0-5A97A472EB19}"/>
          </ac:spMkLst>
        </pc:spChg>
        <pc:spChg chg="del mod ord">
          <ac:chgData name="Magna Garrido, Gabriel E." userId="698de3be-aa15-44f6-a5ec-18054917b167" providerId="ADAL" clId="{3A687126-D0D3-436A-94B4-4A5E7A1BA63D}" dt="2026-02-24T15:05:21.954" v="480" actId="478"/>
          <ac:spMkLst>
            <pc:docMk/>
            <pc:sldMk cId="1965808565" sldId="2134805172"/>
            <ac:spMk id="4" creationId="{B227F01B-F914-9951-8270-A2F26E2732FC}"/>
          </ac:spMkLst>
        </pc:spChg>
        <pc:spChg chg="del">
          <ac:chgData name="Magna Garrido, Gabriel E." userId="698de3be-aa15-44f6-a5ec-18054917b167" providerId="ADAL" clId="{3A687126-D0D3-436A-94B4-4A5E7A1BA63D}" dt="2026-02-24T15:06:40.011" v="496" actId="478"/>
          <ac:spMkLst>
            <pc:docMk/>
            <pc:sldMk cId="1965808565" sldId="2134805172"/>
            <ac:spMk id="5" creationId="{B1C1B1C8-589C-FAB3-5E27-0C3F9EF77D70}"/>
          </ac:spMkLst>
        </pc:spChg>
        <pc:spChg chg="mod">
          <ac:chgData name="Magna Garrido, Gabriel E." userId="698de3be-aa15-44f6-a5ec-18054917b167" providerId="ADAL" clId="{3A687126-D0D3-436A-94B4-4A5E7A1BA63D}" dt="2026-02-24T20:40:33.635" v="625" actId="20577"/>
          <ac:spMkLst>
            <pc:docMk/>
            <pc:sldMk cId="1965808565" sldId="2134805172"/>
            <ac:spMk id="6" creationId="{09E552C2-2563-C63B-7F2C-D294B94B6CD8}"/>
          </ac:spMkLst>
        </pc:spChg>
        <pc:picChg chg="del">
          <ac:chgData name="Magna Garrido, Gabriel E." userId="698de3be-aa15-44f6-a5ec-18054917b167" providerId="ADAL" clId="{3A687126-D0D3-436A-94B4-4A5E7A1BA63D}" dt="2026-02-24T15:04:54.197" v="472" actId="478"/>
          <ac:picMkLst>
            <pc:docMk/>
            <pc:sldMk cId="1965808565" sldId="2134805172"/>
            <ac:picMk id="7" creationId="{A6A1EF79-9B5F-1163-95BA-153905830219}"/>
          </ac:picMkLst>
        </pc:picChg>
        <pc:picChg chg="add del mod">
          <ac:chgData name="Magna Garrido, Gabriel E." userId="698de3be-aa15-44f6-a5ec-18054917b167" providerId="ADAL" clId="{3A687126-D0D3-436A-94B4-4A5E7A1BA63D}" dt="2026-02-24T15:05:39.677" v="483" actId="478"/>
          <ac:picMkLst>
            <pc:docMk/>
            <pc:sldMk cId="1965808565" sldId="2134805172"/>
            <ac:picMk id="9" creationId="{642A2228-3703-4280-9639-D2B5B9DD774D}"/>
          </ac:picMkLst>
        </pc:picChg>
        <pc:picChg chg="add del mod">
          <ac:chgData name="Magna Garrido, Gabriel E." userId="698de3be-aa15-44f6-a5ec-18054917b167" providerId="ADAL" clId="{3A687126-D0D3-436A-94B4-4A5E7A1BA63D}" dt="2026-02-24T15:06:10.749" v="489" actId="478"/>
          <ac:picMkLst>
            <pc:docMk/>
            <pc:sldMk cId="1965808565" sldId="2134805172"/>
            <ac:picMk id="11" creationId="{1C145314-141B-2A07-98E3-77723FEAEBB6}"/>
          </ac:picMkLst>
        </pc:picChg>
        <pc:picChg chg="add mod">
          <ac:chgData name="Magna Garrido, Gabriel E." userId="698de3be-aa15-44f6-a5ec-18054917b167" providerId="ADAL" clId="{3A687126-D0D3-436A-94B4-4A5E7A1BA63D}" dt="2026-02-24T15:06:26.249" v="493" actId="1076"/>
          <ac:picMkLst>
            <pc:docMk/>
            <pc:sldMk cId="1965808565" sldId="2134805172"/>
            <ac:picMk id="13" creationId="{A5BF94A4-5E15-68BC-7ED2-35DD90055175}"/>
          </ac:picMkLst>
        </pc:picChg>
        <pc:picChg chg="add mod">
          <ac:chgData name="Magna Garrido, Gabriel E." userId="698de3be-aa15-44f6-a5ec-18054917b167" providerId="ADAL" clId="{3A687126-D0D3-436A-94B4-4A5E7A1BA63D}" dt="2026-02-24T15:08:04.217" v="502" actId="1076"/>
          <ac:picMkLst>
            <pc:docMk/>
            <pc:sldMk cId="1965808565" sldId="2134805172"/>
            <ac:picMk id="14" creationId="{BE8429EE-D6DC-9333-61C9-FF5FCFD87C7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2DEB4-0C14-4183-AB97-EA8F47A892F8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1E3A9-BDA8-45C3-835E-595FF98894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6836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886EF-0AC5-4A48-AD6E-2CDD925ECB34}" type="slidenum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439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4634A-EC86-0568-C1DD-C012F1424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56A568-B687-455C-7EA7-397865B88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2B0232-AD43-D9BA-012D-112AFE454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8383DD-A799-B9FB-3CEB-6CB18469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783345-059C-2C72-C00D-40C29A09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81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97869-CEBD-CA54-1DB8-E6708A17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82A13A-5514-3E33-FC87-3A0FF49D3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5B8F26-0793-87F4-6305-FD11FB56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8C4B3-EE5F-6373-2EF7-639D787BD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C23976-42F0-BAB6-8244-B8EBDCF8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684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1A31C-05F4-65FD-18C4-2184E317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EE1225-9D97-2D4D-DD23-F317F394B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491575-2A07-63E5-EA03-607919CD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B261A7-3707-1F11-1F9B-91A5D60C1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69D87-73C8-EDEF-1B74-70B2F715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297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B694C-3254-E4DA-AF83-6E0D9829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E623F-B062-FCFC-9518-4F5F2ADB2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E8ED2E-BE78-8962-C61A-75ABEB6F1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DC760C-B199-FD99-FFDA-F9878C4B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C385C0-051B-47AE-AB9F-896122DB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B59D48-5197-9D70-AFE8-31BF9D57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398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0F5FF-AE13-71B5-FB31-AFBDB7B5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440082-FEA8-DC38-4CFA-D3D8D96DA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0FBA45-A7DD-FB19-21C3-91B00FFA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606BE2-270A-BC8C-9BC2-F0A0F78D0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197969-B0DF-1136-9430-CF855B919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C622ED4-E286-A07D-CDB9-DE108840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6077283-8B80-7D9F-96D3-9C03F16C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A6CAE98-EA14-DBB7-4ADB-6405B352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936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87C61-D45C-FBEC-36B8-F7354197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6E8A1C-8591-3CC1-42A0-199B3D44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FA63D9-A240-71C0-EC4D-424910F7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B95188-B557-D1CC-BDF8-F955A7AE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0203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E59876-4981-98C8-F443-D628304B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58954E-AECC-C641-61F8-BD85CE96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825640-CA4E-C66D-8E64-E9809802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688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95620-7A49-7F70-57AF-3E98A1A5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8C276E-F881-447F-C057-ADF79CEAE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BF1BC1-C459-8FDC-180C-121CBD206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731A39-3543-0748-B2F3-E7B930910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680B61-7044-B5F4-0186-67876E85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3BDBED-AE50-FD10-DC1A-F76FB49B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316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D3D89-20E7-B7F9-A833-83B913DD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997425-9980-68DA-9936-3ACE49B7B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B4844B-17A9-1C22-8036-F782B4151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FD4CDF-8B86-8C93-0215-E2F7FB51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2A8C8B-33B8-2B8E-A16B-F17C1E3E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F4D8BB-7DAC-523C-6A86-2B847DF6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428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E4F99-1443-545B-D656-8BD161A4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BEB723-5908-D11D-513C-DAAF52CE2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64BA95-1D23-81EA-EFFB-5ACB756E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A039E-FC08-E8CA-F967-0A45A6BA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9E959E-ED63-96A9-4DA4-02044E29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278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9A5B2E-C576-F363-2F13-C8066BAF9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B3FA17-5AB3-F5BE-2232-8724806AC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2604B6-35E4-D2D7-0C73-3176BAB0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B97195-059C-A966-6D41-8AD12F86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97AEC-628D-BD58-7208-0496748B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296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CA11-F21A-4612-9662-1D7024670838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6315-416B-457C-91BF-FCDD1BA97D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8480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9536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CA11-F21A-4612-9662-1D7024670838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6315-416B-457C-91BF-FCDD1BA97D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8236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8813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5892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CA11-F21A-4612-9662-1D7024670838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6315-416B-457C-91BF-FCDD1BA97D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6670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CA11-F21A-4612-9662-1D7024670838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6315-416B-457C-91BF-FCDD1BA97D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1027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3827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CA11-F21A-4612-9662-1D7024670838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6315-416B-457C-91BF-FCDD1BA97D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6874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1696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5949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402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6383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09116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0187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91815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379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0956DD-3F9C-13B1-1B70-DFECF5838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E0A6C0-D1D9-DA05-71EB-E8DB20787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4065A0-153B-440F-B8D7-DB136A6A7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A77FEE-7674-7536-F028-7514C7F82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820727-F45A-517E-1897-D329EC52C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51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7DC112A-9D0E-4690-94B9-C8A45DA1E654}" type="datetimeFigureOut">
              <a:rPr lang="es-CL" smtClean="0"/>
              <a:t>25-02-2026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3045B21-6D87-4F4A-A67B-05C469F3D4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0553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36" r:id="rId1"/>
    <p:sldLayoutId id="2147484537" r:id="rId2"/>
    <p:sldLayoutId id="2147484538" r:id="rId3"/>
    <p:sldLayoutId id="2147484539" r:id="rId4"/>
    <p:sldLayoutId id="2147484540" r:id="rId5"/>
    <p:sldLayoutId id="2147484541" r:id="rId6"/>
    <p:sldLayoutId id="2147484542" r:id="rId7"/>
    <p:sldLayoutId id="2147484543" r:id="rId8"/>
    <p:sldLayoutId id="2147484544" r:id="rId9"/>
    <p:sldLayoutId id="2147484545" r:id="rId10"/>
    <p:sldLayoutId id="2147484546" r:id="rId11"/>
    <p:sldLayoutId id="2147484547" r:id="rId12"/>
    <p:sldLayoutId id="2147484548" r:id="rId13"/>
    <p:sldLayoutId id="2147484549" r:id="rId14"/>
    <p:sldLayoutId id="2147484550" r:id="rId15"/>
    <p:sldLayoutId id="2147484551" r:id="rId16"/>
    <p:sldLayoutId id="214748455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77AA3-B809-AF8A-BE46-6BD60856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9E552C2-2563-C63B-7F2C-D294B94B6CD8}"/>
              </a:ext>
            </a:extLst>
          </p:cNvPr>
          <p:cNvSpPr txBox="1"/>
          <p:nvPr/>
        </p:nvSpPr>
        <p:spPr>
          <a:xfrm>
            <a:off x="243840" y="3075057"/>
            <a:ext cx="3393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{Nombre Iniciativa}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218A834-2772-2F8A-AE91-89547409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742" y="0"/>
            <a:ext cx="8308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0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uadroinfoadicional">
            <a:extLst>
              <a:ext uri="{FF2B5EF4-FFF2-40B4-BE49-F238E27FC236}">
                <a16:creationId xmlns:a16="http://schemas.microsoft.com/office/drawing/2014/main" id="{99918F65-22B3-8126-787B-452B1D6ABA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4404" y="5720219"/>
            <a:ext cx="5908783" cy="990000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just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{Información Adicional}</a:t>
            </a:r>
          </a:p>
        </p:txBody>
      </p:sp>
      <p:sp>
        <p:nvSpPr>
          <p:cNvPr id="10" name="Informaciónadicional">
            <a:extLst>
              <a:ext uri="{FF2B5EF4-FFF2-40B4-BE49-F238E27FC236}">
                <a16:creationId xmlns:a16="http://schemas.microsoft.com/office/drawing/2014/main" id="{49317029-7305-D94B-25D4-591A508E27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7707" y="5711219"/>
            <a:ext cx="1301343" cy="1008000"/>
          </a:xfrm>
          <a:prstGeom prst="rect">
            <a:avLst/>
          </a:prstGeom>
          <a:solidFill>
            <a:srgbClr val="0070C0"/>
          </a:solidFill>
          <a:ln w="19050">
            <a:noFill/>
          </a:ln>
        </p:spPr>
        <p:txBody>
          <a:bodyPr wrap="square" lIns="54000" rIns="54000" rtlCol="0" anchor="ctr">
            <a:noAutofit/>
          </a:bodyPr>
          <a:lstStyle>
            <a:defPPr>
              <a:defRPr lang="es-CL"/>
            </a:defPPr>
            <a:lvl1pPr algn="ctr" defTabSz="685983">
              <a:defRPr sz="900" b="1" kern="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</a:lstStyle>
          <a:p>
            <a:pPr marL="0" marR="0" lvl="0" indent="0" defTabSz="685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Información Adicional</a:t>
            </a:r>
          </a:p>
        </p:txBody>
      </p:sp>
      <p:sp>
        <p:nvSpPr>
          <p:cNvPr id="6" name="Cuadroilustración">
            <a:extLst>
              <a:ext uri="{FF2B5EF4-FFF2-40B4-BE49-F238E27FC236}">
                <a16:creationId xmlns:a16="http://schemas.microsoft.com/office/drawing/2014/main" id="{74367343-828D-6BAF-78CF-3C868E4B3A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65608" y="3863352"/>
            <a:ext cx="4320000" cy="2844000"/>
          </a:xfrm>
          <a:prstGeom prst="rect">
            <a:avLst/>
          </a:prstGeom>
          <a:noFill/>
          <a:ln w="19050">
            <a:solidFill>
              <a:srgbClr val="058FA6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8FA6"/>
              </a:buClr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srgbClr val="058FA6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Ilustración">
            <a:extLst>
              <a:ext uri="{FF2B5EF4-FFF2-40B4-BE49-F238E27FC236}">
                <a16:creationId xmlns:a16="http://schemas.microsoft.com/office/drawing/2014/main" id="{7BA0AFB7-10B5-E454-F46E-59C944ACC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54396" y="3476298"/>
            <a:ext cx="4337999" cy="360000"/>
          </a:xfrm>
          <a:prstGeom prst="rect">
            <a:avLst/>
          </a:prstGeom>
          <a:solidFill>
            <a:srgbClr val="058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Ilustración</a:t>
            </a:r>
          </a:p>
        </p:txBody>
      </p:sp>
      <p:sp>
        <p:nvSpPr>
          <p:cNvPr id="22" name="Cuadroproblemahoy">
            <a:extLst>
              <a:ext uri="{FF2B5EF4-FFF2-40B4-BE49-F238E27FC236}">
                <a16:creationId xmlns:a16="http://schemas.microsoft.com/office/drawing/2014/main" id="{FFA851A7-AFE0-B377-9BC2-FC65F331CB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14482" y="3865084"/>
            <a:ext cx="4320000" cy="1819868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just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{¿Cómo se aborda el problema hoy en día?}</a:t>
            </a:r>
            <a:endParaRPr kumimoji="0" lang="es-E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roblemahoy">
            <a:extLst>
              <a:ext uri="{FF2B5EF4-FFF2-40B4-BE49-F238E27FC236}">
                <a16:creationId xmlns:a16="http://schemas.microsoft.com/office/drawing/2014/main" id="{BE74A65B-B462-6C24-3A39-95F04AAD9F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06627" y="3477195"/>
            <a:ext cx="4338000" cy="360000"/>
          </a:xfrm>
          <a:prstGeom prst="rect">
            <a:avLst/>
          </a:prstGeom>
          <a:solidFill>
            <a:srgbClr val="0070C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¿Cómo se aborda el problema hoy en día?</a:t>
            </a:r>
          </a:p>
        </p:txBody>
      </p:sp>
      <p:sp>
        <p:nvSpPr>
          <p:cNvPr id="136" name="CuadroSoluciónbeneficios">
            <a:extLst>
              <a:ext uri="{FF2B5EF4-FFF2-40B4-BE49-F238E27FC236}">
                <a16:creationId xmlns:a16="http://schemas.microsoft.com/office/drawing/2014/main" id="{04B59D65-AB85-44CE-911B-C4F51D1C01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65608" y="1461430"/>
            <a:ext cx="4320000" cy="1980000"/>
          </a:xfrm>
          <a:prstGeom prst="rect">
            <a:avLst/>
          </a:prstGeom>
          <a:noFill/>
          <a:ln w="19050">
            <a:solidFill>
              <a:srgbClr val="058FA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{Solución y Beneficios}</a:t>
            </a:r>
          </a:p>
        </p:txBody>
      </p:sp>
      <p:sp>
        <p:nvSpPr>
          <p:cNvPr id="135" name="Soluciónybeneficios">
            <a:extLst>
              <a:ext uri="{FF2B5EF4-FFF2-40B4-BE49-F238E27FC236}">
                <a16:creationId xmlns:a16="http://schemas.microsoft.com/office/drawing/2014/main" id="{0342DB48-FDB1-48C6-83CF-822AD7B78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54396" y="1074376"/>
            <a:ext cx="4337999" cy="360000"/>
          </a:xfrm>
          <a:prstGeom prst="rect">
            <a:avLst/>
          </a:prstGeom>
          <a:solidFill>
            <a:srgbClr val="058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Solución y Beneficios</a:t>
            </a:r>
          </a:p>
        </p:txBody>
      </p:sp>
      <p:sp>
        <p:nvSpPr>
          <p:cNvPr id="20" name="Cuadroproblemática">
            <a:extLst>
              <a:ext uri="{FF2B5EF4-FFF2-40B4-BE49-F238E27FC236}">
                <a16:creationId xmlns:a16="http://schemas.microsoft.com/office/drawing/2014/main" id="{5EC613B4-FB9F-AEE0-5C0E-C03D1DD7FB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14482" y="1466593"/>
            <a:ext cx="4320000" cy="1980000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just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{Problemática}</a:t>
            </a:r>
            <a:endParaRPr kumimoji="0" lang="es-E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Problemática">
            <a:extLst>
              <a:ext uri="{FF2B5EF4-FFF2-40B4-BE49-F238E27FC236}">
                <a16:creationId xmlns:a16="http://schemas.microsoft.com/office/drawing/2014/main" id="{CA44ED6D-2103-4A17-B077-1818FB096A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06626" y="1075991"/>
            <a:ext cx="4337999" cy="360000"/>
          </a:xfrm>
          <a:prstGeom prst="rect">
            <a:avLst/>
          </a:prstGeom>
          <a:solidFill>
            <a:srgbClr val="0070C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Problemática </a:t>
            </a:r>
          </a:p>
        </p:txBody>
      </p:sp>
      <p:sp>
        <p:nvSpPr>
          <p:cNvPr id="5" name="Cuadrocontexto">
            <a:extLst>
              <a:ext uri="{FF2B5EF4-FFF2-40B4-BE49-F238E27FC236}">
                <a16:creationId xmlns:a16="http://schemas.microsoft.com/office/drawing/2014/main" id="{86F3D931-67BE-4C52-C053-3F09312E8E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770" y="1466593"/>
            <a:ext cx="2880000" cy="4218359"/>
          </a:xfrm>
          <a:prstGeom prst="rect">
            <a:avLst/>
          </a:prstGeom>
          <a:noFill/>
          <a:ln w="19050" cap="flat" cmpd="sng" algn="ctr">
            <a:solidFill>
              <a:srgbClr val="058FA6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just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{Descripción / Contexto}</a:t>
            </a:r>
            <a:endParaRPr kumimoji="0" lang="es-CL" altLang="es-CL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Contexto">
            <a:extLst>
              <a:ext uri="{FF2B5EF4-FFF2-40B4-BE49-F238E27FC236}">
                <a16:creationId xmlns:a16="http://schemas.microsoft.com/office/drawing/2014/main" id="{B3225A10-B013-4CBC-B2B8-89965DDC5BE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9605" y="1075991"/>
            <a:ext cx="2888165" cy="360000"/>
          </a:xfrm>
          <a:prstGeom prst="rect">
            <a:avLst/>
          </a:prstGeom>
          <a:solidFill>
            <a:srgbClr val="058FA6"/>
          </a:solidFill>
          <a:ln w="19050">
            <a:noFill/>
          </a:ln>
        </p:spPr>
        <p:txBody>
          <a:bodyPr wrap="square" lIns="54000" rIns="54000" rtlCol="0" anchor="ctr">
            <a:noAutofit/>
          </a:bodyPr>
          <a:lstStyle/>
          <a:p>
            <a:pPr marL="0" marR="0" lvl="0" indent="0" algn="ctr" defTabSz="685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Descripción / Contexto</a:t>
            </a:r>
          </a:p>
        </p:txBody>
      </p:sp>
      <p:sp>
        <p:nvSpPr>
          <p:cNvPr id="18" name="Cuadrocuadrante">
            <a:extLst>
              <a:ext uri="{FF2B5EF4-FFF2-40B4-BE49-F238E27FC236}">
                <a16:creationId xmlns:a16="http://schemas.microsoft.com/office/drawing/2014/main" id="{1BDBBE44-131D-CEDB-8FC1-FB9D823583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5605" y="688215"/>
            <a:ext cx="3228625" cy="360000"/>
          </a:xfrm>
          <a:prstGeom prst="rect">
            <a:avLst/>
          </a:prstGeom>
          <a:noFill/>
          <a:ln w="19050" cap="flat" cmpd="sng" algn="ctr">
            <a:solidFill>
              <a:srgbClr val="058FA6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kern="0" dirty="0">
                <a:latin typeface="Arial" panose="020B0604020202020204" pitchFamily="34" charset="0"/>
                <a:cs typeface="Arial" panose="020B0604020202020204" pitchFamily="34" charset="0"/>
              </a:rPr>
              <a:t>{Cuadrante}</a:t>
            </a:r>
            <a:endParaRPr kumimoji="0" lang="es-E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ante">
            <a:extLst>
              <a:ext uri="{FF2B5EF4-FFF2-40B4-BE49-F238E27FC236}">
                <a16:creationId xmlns:a16="http://schemas.microsoft.com/office/drawing/2014/main" id="{FA9C368C-3D61-83F7-0396-88F78BE267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54396" y="686487"/>
            <a:ext cx="1080000" cy="360000"/>
          </a:xfrm>
          <a:prstGeom prst="rect">
            <a:avLst/>
          </a:prstGeom>
          <a:solidFill>
            <a:srgbClr val="058FA6"/>
          </a:solidFill>
          <a:ln>
            <a:noFill/>
          </a:ln>
        </p:spPr>
        <p:txBody>
          <a:bodyPr wrap="square" lIns="54000" rIns="54000" rtlCol="0" anchor="ctr">
            <a:noAutofit/>
          </a:bodyPr>
          <a:lstStyle/>
          <a:p>
            <a:pPr marL="0" marR="0" lvl="0" indent="0" algn="l" defTabSz="685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Cuadrante:</a:t>
            </a:r>
          </a:p>
        </p:txBody>
      </p:sp>
      <p:sp>
        <p:nvSpPr>
          <p:cNvPr id="16" name="Cuadrointegrantes">
            <a:extLst>
              <a:ext uri="{FF2B5EF4-FFF2-40B4-BE49-F238E27FC236}">
                <a16:creationId xmlns:a16="http://schemas.microsoft.com/office/drawing/2014/main" id="{96E75E8E-F2B0-83D4-5EE8-AD02DE7FA3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35836" y="684748"/>
            <a:ext cx="3297351" cy="360000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700" b="1" kern="0" dirty="0">
                <a:latin typeface="Arial" panose="020B0604020202020204" pitchFamily="34" charset="0"/>
                <a:cs typeface="Arial" panose="020B0604020202020204" pitchFamily="34" charset="0"/>
              </a:rPr>
              <a:t>{Integrante 1}: {Cargoint1}; {Integrante 2}: {Cargoint2}</a:t>
            </a:r>
            <a:endParaRPr kumimoji="0" lang="es-ES" sz="7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Integrantes">
            <a:extLst>
              <a:ext uri="{FF2B5EF4-FFF2-40B4-BE49-F238E27FC236}">
                <a16:creationId xmlns:a16="http://schemas.microsoft.com/office/drawing/2014/main" id="{A25AFB97-F0AD-51A3-CC8C-43CF170340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6627" y="685387"/>
            <a:ext cx="1008000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54000" rIns="54000" rtlCol="0" anchor="ctr">
            <a:noAutofit/>
          </a:bodyPr>
          <a:lstStyle/>
          <a:p>
            <a:pPr marL="0" marR="0" lvl="0" indent="0" algn="l" defTabSz="685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integrantes:</a:t>
            </a:r>
          </a:p>
        </p:txBody>
      </p:sp>
      <p:sp>
        <p:nvSpPr>
          <p:cNvPr id="8" name="Cuadrolíder">
            <a:extLst>
              <a:ext uri="{FF2B5EF4-FFF2-40B4-BE49-F238E27FC236}">
                <a16:creationId xmlns:a16="http://schemas.microsoft.com/office/drawing/2014/main" id="{ED799A23-0C38-3860-AD87-F4680881AF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8379" y="685387"/>
            <a:ext cx="2237039" cy="360000"/>
          </a:xfrm>
          <a:prstGeom prst="rect">
            <a:avLst/>
          </a:prstGeom>
          <a:noFill/>
          <a:ln w="19050" cap="flat" cmpd="sng" algn="ctr">
            <a:solidFill>
              <a:srgbClr val="058FA6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 b="1" kern="0" dirty="0">
                <a:latin typeface="Arial" panose="020B0604020202020204" pitchFamily="34" charset="0"/>
                <a:cs typeface="Arial" panose="020B0604020202020204" pitchFamily="34" charset="0"/>
              </a:rPr>
              <a:t>{Líder de Idea}: {Cargo líder}</a:t>
            </a:r>
            <a:endParaRPr kumimoji="0" lang="es-ES" sz="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íder">
            <a:extLst>
              <a:ext uri="{FF2B5EF4-FFF2-40B4-BE49-F238E27FC236}">
                <a16:creationId xmlns:a16="http://schemas.microsoft.com/office/drawing/2014/main" id="{1F2B9816-01E6-0098-EA75-E7C3C4C095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9605" y="685388"/>
            <a:ext cx="620165" cy="360000"/>
          </a:xfrm>
          <a:prstGeom prst="rect">
            <a:avLst/>
          </a:prstGeom>
          <a:solidFill>
            <a:srgbClr val="058FA6"/>
          </a:solidFill>
          <a:ln>
            <a:noFill/>
          </a:ln>
        </p:spPr>
        <p:txBody>
          <a:bodyPr wrap="square" lIns="54000" rIns="54000" rtlCol="0" anchor="ctr">
            <a:noAutofit/>
          </a:bodyPr>
          <a:lstStyle/>
          <a:p>
            <a:pPr marL="0" marR="0" lvl="0" indent="0" algn="l" defTabSz="685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Líder:</a:t>
            </a:r>
          </a:p>
        </p:txBody>
      </p:sp>
      <p:sp>
        <p:nvSpPr>
          <p:cNvPr id="14" name="Titulo">
            <a:extLst>
              <a:ext uri="{FF2B5EF4-FFF2-40B4-BE49-F238E27FC236}">
                <a16:creationId xmlns:a16="http://schemas.microsoft.com/office/drawing/2014/main" id="{8DDD4FE1-E761-C402-B521-0C1E2B7DB5A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7772" y="26850"/>
            <a:ext cx="11623386" cy="623029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N°</a:t>
            </a:r>
            <a:r>
              <a:rPr kumimoji="0" lang="es-MX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es-MX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N°</a:t>
            </a:r>
            <a:r>
              <a:rPr kumimoji="0" lang="es-MX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} – {Nombre Iniciativa}.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639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ofundidad">
  <a:themeElements>
    <a:clrScheme name="Profundidad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93</Words>
  <Application>Microsoft Office PowerPoint</Application>
  <PresentationFormat>Panorámica</PresentationFormat>
  <Paragraphs>22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Corbel</vt:lpstr>
      <vt:lpstr>Tema de Office</vt:lpstr>
      <vt:lpstr>Profundidad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Magna Garrido, Gabriel E.</dc:creator>
  <cp:lastModifiedBy>Magna Garrido, Gabriel E.</cp:lastModifiedBy>
  <cp:revision>4</cp:revision>
  <dcterms:created xsi:type="dcterms:W3CDTF">2026-02-24T14:13:20Z</dcterms:created>
  <dcterms:modified xsi:type="dcterms:W3CDTF">2026-02-25T13:39:03Z</dcterms:modified>
</cp:coreProperties>
</file>